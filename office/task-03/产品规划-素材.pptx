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sz="3200">
                <a:latin typeface="宋体"/>
              </a:rPr>
              <a:t>2026 年度产品规划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sz="1800">
                <a:latin typeface="宋体"/>
              </a:rPr>
              <a:t>技术部 · 2025 年 12 月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latin typeface="宋体"/>
              </a:rPr>
              <a:t>一、市场回顾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latin typeface="宋体"/>
              </a:rPr>
              <a:t>去年整体市场增长 12%</a:t>
            </a:r>
          </a:p>
          <a:p>
            <a:r>
              <a:rPr sz="1800">
                <a:latin typeface="宋体"/>
              </a:rPr>
              <a:t>竞品在中端价位发力</a:t>
            </a:r>
          </a:p>
          <a:p>
            <a:r>
              <a:rPr sz="1800">
                <a:latin typeface="宋体"/>
              </a:rPr>
              <a:t>我们的复购率保持领先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latin typeface="宋体"/>
              </a:rPr>
              <a:t>二、产品路线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latin typeface="宋体"/>
              </a:rPr>
              <a:t>Q1 完成核心重构</a:t>
            </a:r>
          </a:p>
          <a:p>
            <a:r>
              <a:rPr sz="1800">
                <a:latin typeface="宋体"/>
              </a:rPr>
              <a:t>Q2 上线移动端</a:t>
            </a:r>
          </a:p>
          <a:p>
            <a:r>
              <a:rPr sz="1800">
                <a:latin typeface="宋体"/>
              </a:rPr>
              <a:t>Q3 打通数据平台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sz="3200">
                <a:latin typeface="宋体"/>
              </a:rPr>
              <a:t>三、团队分工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sz="1800">
                <a:latin typeface="宋体"/>
              </a:rPr>
              <a:t>研发：架构与实现</a:t>
            </a:r>
          </a:p>
          <a:p>
            <a:r>
              <a:rPr sz="1800">
                <a:latin typeface="宋体"/>
              </a:rPr>
              <a:t>设计：交互与视觉</a:t>
            </a:r>
          </a:p>
          <a:p>
            <a:r>
              <a:rPr sz="1800">
                <a:latin typeface="宋体"/>
              </a:rPr>
              <a:t>运营：内容与增长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